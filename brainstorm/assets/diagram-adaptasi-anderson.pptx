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3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3:03:09.1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3:03:31.1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137 95 24569,'-137'-95'0,"338"345"0,-265-405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3:03:37.3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24575,'2'3'0,"1"-1"0,-1 0 0,0 0 0,1 0 0,-1 0 0,1-1 0,0 1 0,0 0 0,4 1 0,12 8 0,-7-1 0,1 0 0,0-1 0,14 7 0,-13-8 0,-1 1 0,1 0 0,12 12 0,6 13-455,-2 0 0,33 51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3:03:15.3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185 87 24575,'-42'-37'0,"37"33"0,1 0 0,0 0 0,0 0 0,0 0 0,0-1 0,1 0 0,-1 1 0,-2-7 0,7 10 0,-1 1 0,0-1 0,1 1 0,-1 0 0,1-1 0,-1 1 0,1 0 0,-1-1 0,1 1 0,-1 0 0,1 0 0,-1 0 0,1-1 0,-1 1 0,1 0 0,0 0 0,-1 0 0,1 0 0,-1 0 0,1 0 0,-1 0 0,1 0 0,0 0 0,-1 0 0,1 0 0,-1 1 0,1-1 0,-1 0 0,1 0 0,-1 1 0,1-1 0,-1 0 0,1 0 0,0 1 0,22 9 0,54 92 0,-62-88 0,-12-12 0,0 0 0,-1 1 0,1-1 0,-1 1 0,1 0 0,-1 0 0,0-1 0,3 6 0,-5-7 0,0-1 0,0 0 0,0 1 0,0-1 0,0 1 0,0-1 0,0 0 0,0 1 0,0-1 0,0 0 0,0 1 0,0-1 0,0 0 0,-1 1 0,1-1 0,0 1 0,0-1 0,0 0 0,0 1 0,-1-1 0,1 0 0,0 0 0,0 1 0,-1-1 0,1 0 0,0 0 0,-1 1 0,1-1 0,0 0 0,0 0 0,-1 1 0,-26 4 0,26-5 0,-1 0 0,0 0 0,0 0 0,1 0 0,-1 0 0,0 0 0,1 1 0,-1-1 0,0 1 0,1-1 0,-1 1 0,0 0 0,1-1 0,-1 1 0,1 0 0,-1 0 0,-1 2 0,2-1 0,1-1 0,0 1 0,0-1 0,-1 1 0,1-1 0,0 1 0,1-1 0,-1 1 0,0 0 0,0-1 0,1 1 0,-1-1 0,1 1 0,1 2 0,4 16 0,-6-19 0,1 0 0,-1 0 0,0 0 0,1 0 0,-1 0 0,0 0 0,0 1 0,0-1 0,0 0 0,0 0 0,0 0 0,0 0 0,0 0 0,0 0 0,0 0 0,-1 1 0,1-1 0,0 0 0,-1 0 0,1 0 0,-1 0 0,0 1 0,0-2 0,1 0 0,-1 1 0,0-1 0,0 0 0,0 0 0,1 0 0,-1 0 0,0 0 0,0 0 0,1 0 0,-1 0 0,0 0 0,0 0 0,0 0 0,1 0 0,-1 0 0,0-1 0,0 1 0,1 0 0,-1-1 0,0 1 0,-1-1 0,-2-2 0,0 1 0,0-1 0,1 0 0,-1 0 0,1 0 0,-1 0 0,1-1 0,0 1 0,-4-8 0,-10-20 0,-2 1 0,-27-34 0,22 30 0,-20-21-1365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3:03:17.9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3:03:19.4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3:03:19.5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3:03:20.5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24575,'0'1'0,"1"1"0,1-1 0,1 1 0,1 1 0,1 0 0,0 0 0,0 0 0,0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3:03:40.6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24575,'6'2'0,"0"1"0,-1 0 0,1 0 0,-1 0 0,0 1 0,0 0 0,0 0 0,0 0 0,7 9 0,0-1 0,7 5 0,0 2 0,-2 0 0,25 34 0,-37-43 20,1 0 1,-1 0-1,0 1 0,-1-1 0,3 13 1,11 26-1508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5245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639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0950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404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428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0487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02217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4689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7911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7519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8994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A3238-8C30-4283-8CE4-7F7DD7593590}" type="datetimeFigureOut">
              <a:rPr lang="id-ID" smtClean="0"/>
              <a:t>21/06/2026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BF65D-DD8E-4003-92B6-1AC978ED6D5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95407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7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17" Type="http://schemas.openxmlformats.org/officeDocument/2006/relationships/image" Target="../media/image7.png"/><Relationship Id="rId2" Type="http://schemas.openxmlformats.org/officeDocument/2006/relationships/image" Target="../media/image1.png"/><Relationship Id="rId16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customXml" Target="../ink/ink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EE0575-F801-BB90-51BC-3678198EAF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0" t="1380" r="4302" b="3979"/>
          <a:stretch>
            <a:fillRect/>
          </a:stretch>
        </p:blipFill>
        <p:spPr>
          <a:xfrm>
            <a:off x="1791653" y="652463"/>
            <a:ext cx="5560695" cy="5553075"/>
          </a:xfrm>
          <a:prstGeom prst="rect">
            <a:avLst/>
          </a:prstGeom>
        </p:spPr>
      </p:pic>
      <p:sp>
        <p:nvSpPr>
          <p:cNvPr id="10" name="Oval 9" hidden="1">
            <a:extLst>
              <a:ext uri="{FF2B5EF4-FFF2-40B4-BE49-F238E27FC236}">
                <a16:creationId xmlns:a16="http://schemas.microsoft.com/office/drawing/2014/main" id="{FCD4BE67-9C85-2FFE-9E97-D9BBC7B6D6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95476" y="752476"/>
            <a:ext cx="5381625" cy="5381625"/>
          </a:xfrm>
          <a:prstGeom prst="ellipse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Oval 22" hidden="1">
            <a:extLst>
              <a:ext uri="{FF2B5EF4-FFF2-40B4-BE49-F238E27FC236}">
                <a16:creationId xmlns:a16="http://schemas.microsoft.com/office/drawing/2014/main" id="{4F0F47BF-C9A1-2F30-7680-EEFB7B4A23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4575" y="1171576"/>
            <a:ext cx="4543426" cy="4543424"/>
          </a:xfrm>
          <a:prstGeom prst="ellipse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Oval 23" hidden="1">
            <a:extLst>
              <a:ext uri="{FF2B5EF4-FFF2-40B4-BE49-F238E27FC236}">
                <a16:creationId xmlns:a16="http://schemas.microsoft.com/office/drawing/2014/main" id="{D4577CB1-B423-1A82-3280-DA594A121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81299" y="1638300"/>
            <a:ext cx="3609978" cy="3609976"/>
          </a:xfrm>
          <a:prstGeom prst="ellipse">
            <a:avLst/>
          </a:prstGeom>
          <a:noFill/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5192556F-1D80-4FA9-79F7-C98F51EB26D5}"/>
              </a:ext>
            </a:extLst>
          </p:cNvPr>
          <p:cNvSpPr txBox="1"/>
          <p:nvPr/>
        </p:nvSpPr>
        <p:spPr>
          <a:xfrm rot="1380000">
            <a:off x="1719187" y="570897"/>
            <a:ext cx="5737273" cy="5737273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623781"/>
              </a:avLst>
            </a:prstTxWarp>
            <a:spAutoFit/>
          </a:bodyPr>
          <a:lstStyle/>
          <a:p>
            <a:pPr algn="ctr"/>
            <a:r>
              <a:rPr lang="en-US" sz="1200" b="1"/>
              <a:t>1. Identifikasi Isu</a:t>
            </a:r>
            <a:endParaRPr lang="id-ID" sz="1200" b="1"/>
          </a:p>
        </p:txBody>
      </p:sp>
      <p:sp>
        <p:nvSpPr>
          <p:cNvPr id="11" name="2">
            <a:extLst>
              <a:ext uri="{FF2B5EF4-FFF2-40B4-BE49-F238E27FC236}">
                <a16:creationId xmlns:a16="http://schemas.microsoft.com/office/drawing/2014/main" id="{4D7DD2B7-501B-1B3C-095E-ED77389FC43F}"/>
              </a:ext>
            </a:extLst>
          </p:cNvPr>
          <p:cNvSpPr txBox="1"/>
          <p:nvPr/>
        </p:nvSpPr>
        <p:spPr>
          <a:xfrm rot="3600000">
            <a:off x="2014086" y="856948"/>
            <a:ext cx="5144400" cy="514410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599155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/>
              <a:t>2. Merumuskan tujuan</a:t>
            </a:r>
            <a:br>
              <a:rPr lang="en-US" sz="1200" b="1"/>
            </a:br>
            <a:r>
              <a:rPr lang="en-US" sz="1200" b="1"/>
              <a:t>dan sasaran</a:t>
            </a:r>
            <a:endParaRPr lang="id-ID" sz="1200" b="1"/>
          </a:p>
        </p:txBody>
      </p:sp>
      <p:sp>
        <p:nvSpPr>
          <p:cNvPr id="13" name="3">
            <a:extLst>
              <a:ext uri="{FF2B5EF4-FFF2-40B4-BE49-F238E27FC236}">
                <a16:creationId xmlns:a16="http://schemas.microsoft.com/office/drawing/2014/main" id="{6DA5D6AE-7534-B7D6-1491-0C10478B1306}"/>
              </a:ext>
            </a:extLst>
          </p:cNvPr>
          <p:cNvSpPr txBox="1"/>
          <p:nvPr/>
        </p:nvSpPr>
        <p:spPr>
          <a:xfrm rot="16500000">
            <a:off x="2054281" y="878911"/>
            <a:ext cx="5064010" cy="5121242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6305304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/>
              <a:t>3. Mengumpulkan dan</a:t>
            </a:r>
            <a:br>
              <a:rPr lang="en-US" sz="1200" b="1"/>
            </a:br>
            <a:r>
              <a:rPr lang="en-US" sz="1200" b="1"/>
              <a:t>Menganalisis data</a:t>
            </a:r>
            <a:endParaRPr lang="id-ID" sz="1200" b="1"/>
          </a:p>
        </p:txBody>
      </p:sp>
      <p:sp>
        <p:nvSpPr>
          <p:cNvPr id="14" name="4">
            <a:extLst>
              <a:ext uri="{FF2B5EF4-FFF2-40B4-BE49-F238E27FC236}">
                <a16:creationId xmlns:a16="http://schemas.microsoft.com/office/drawing/2014/main" id="{04B21AD9-4A25-5AB3-51DC-4B8ADC5D9B94}"/>
              </a:ext>
            </a:extLst>
          </p:cNvPr>
          <p:cNvSpPr txBox="1"/>
          <p:nvPr/>
        </p:nvSpPr>
        <p:spPr>
          <a:xfrm rot="19080000">
            <a:off x="2017618" y="937509"/>
            <a:ext cx="5442136" cy="5308846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6561288"/>
              </a:avLst>
            </a:prstTxWarp>
            <a:spAutoFit/>
          </a:bodyPr>
          <a:lstStyle/>
          <a:p>
            <a:pPr algn="ctr"/>
            <a:r>
              <a:rPr lang="en-US" sz="1200" b="1"/>
              <a:t>4. Menyusun Rencana</a:t>
            </a:r>
            <a:endParaRPr lang="id-ID" sz="1200" b="1"/>
          </a:p>
        </p:txBody>
      </p:sp>
      <p:sp>
        <p:nvSpPr>
          <p:cNvPr id="15" name="5">
            <a:extLst>
              <a:ext uri="{FF2B5EF4-FFF2-40B4-BE49-F238E27FC236}">
                <a16:creationId xmlns:a16="http://schemas.microsoft.com/office/drawing/2014/main" id="{259AC3C8-A4D4-E672-52B6-0DB744ADED87}"/>
              </a:ext>
            </a:extLst>
          </p:cNvPr>
          <p:cNvSpPr txBox="1"/>
          <p:nvPr/>
        </p:nvSpPr>
        <p:spPr>
          <a:xfrm rot="21400949">
            <a:off x="1939250" y="795752"/>
            <a:ext cx="5265496" cy="5266494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6432649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/>
              <a:t>5. Menyusun program</a:t>
            </a:r>
            <a:br>
              <a:rPr lang="en-US" sz="1200" b="1"/>
            </a:br>
            <a:r>
              <a:rPr lang="en-US" sz="1200" b="1"/>
              <a:t>untuk Implementasi Rencana</a:t>
            </a:r>
            <a:endParaRPr lang="id-ID" sz="1200" b="1"/>
          </a:p>
        </p:txBody>
      </p:sp>
      <p:sp>
        <p:nvSpPr>
          <p:cNvPr id="17" name="6">
            <a:extLst>
              <a:ext uri="{FF2B5EF4-FFF2-40B4-BE49-F238E27FC236}">
                <a16:creationId xmlns:a16="http://schemas.microsoft.com/office/drawing/2014/main" id="{364E03EF-B804-F465-D77B-DF3F6A9B9140}"/>
              </a:ext>
            </a:extLst>
          </p:cNvPr>
          <p:cNvSpPr txBox="1"/>
          <p:nvPr/>
        </p:nvSpPr>
        <p:spPr>
          <a:xfrm rot="2396456">
            <a:off x="1939250" y="763436"/>
            <a:ext cx="5265496" cy="5266494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6432649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/>
              <a:t>6. Evaluasi dampak</a:t>
            </a:r>
            <a:br>
              <a:rPr lang="en-US" sz="1200" b="1"/>
            </a:br>
            <a:r>
              <a:rPr lang="en-US" sz="1200" b="1"/>
              <a:t>dari rencana dan program</a:t>
            </a:r>
            <a:endParaRPr lang="id-ID" sz="1200" b="1"/>
          </a:p>
        </p:txBody>
      </p:sp>
      <p:sp>
        <p:nvSpPr>
          <p:cNvPr id="19" name="7">
            <a:extLst>
              <a:ext uri="{FF2B5EF4-FFF2-40B4-BE49-F238E27FC236}">
                <a16:creationId xmlns:a16="http://schemas.microsoft.com/office/drawing/2014/main" id="{682E18B5-DD7C-C6E9-64A0-38CE4B910542}"/>
              </a:ext>
            </a:extLst>
          </p:cNvPr>
          <p:cNvSpPr txBox="1"/>
          <p:nvPr/>
        </p:nvSpPr>
        <p:spPr>
          <a:xfrm rot="15720000">
            <a:off x="2191918" y="1030986"/>
            <a:ext cx="4797902" cy="482803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599155"/>
              </a:avLst>
            </a:prstTxWarp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1200" b="1"/>
              <a:t>7. Meninjau dan</a:t>
            </a:r>
            <a:br>
              <a:rPr lang="en-US" sz="1200" b="1"/>
            </a:br>
            <a:r>
              <a:rPr lang="en-US" sz="1200" b="1"/>
              <a:t>Implementasi </a:t>
            </a:r>
            <a:br>
              <a:rPr lang="en-US" sz="1200" b="1"/>
            </a:br>
            <a:r>
              <a:rPr lang="en-US" sz="1200" b="1"/>
              <a:t>Rencana</a:t>
            </a:r>
            <a:endParaRPr lang="id-ID" sz="1200" b="1"/>
          </a:p>
        </p:txBody>
      </p:sp>
      <p:sp>
        <p:nvSpPr>
          <p:cNvPr id="20" name="8">
            <a:extLst>
              <a:ext uri="{FF2B5EF4-FFF2-40B4-BE49-F238E27FC236}">
                <a16:creationId xmlns:a16="http://schemas.microsoft.com/office/drawing/2014/main" id="{28277430-033B-49C5-A7EF-A23376864DCA}"/>
              </a:ext>
            </a:extLst>
          </p:cNvPr>
          <p:cNvSpPr txBox="1"/>
          <p:nvPr/>
        </p:nvSpPr>
        <p:spPr>
          <a:xfrm rot="17940000">
            <a:off x="2034869" y="882415"/>
            <a:ext cx="5112000" cy="514410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599155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/>
              <a:t>8. Meninjau dan</a:t>
            </a:r>
            <a:br>
              <a:rPr lang="en-US" sz="1200" b="1"/>
            </a:br>
            <a:r>
              <a:rPr lang="en-US" sz="1200" b="1"/>
              <a:t>Implementasi Program</a:t>
            </a:r>
            <a:endParaRPr lang="id-ID" sz="1200" b="1"/>
          </a:p>
        </p:txBody>
      </p:sp>
      <p:sp>
        <p:nvSpPr>
          <p:cNvPr id="22" name="9">
            <a:extLst>
              <a:ext uri="{FF2B5EF4-FFF2-40B4-BE49-F238E27FC236}">
                <a16:creationId xmlns:a16="http://schemas.microsoft.com/office/drawing/2014/main" id="{1A497B1F-D7C1-4DC7-BA3C-4B83B1A1E6AE}"/>
              </a:ext>
            </a:extLst>
          </p:cNvPr>
          <p:cNvSpPr txBox="1"/>
          <p:nvPr/>
        </p:nvSpPr>
        <p:spPr>
          <a:xfrm rot="20520000">
            <a:off x="2034869" y="882415"/>
            <a:ext cx="5112000" cy="514410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599155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/>
              <a:t>9. Mencatat hasil</a:t>
            </a:r>
            <a:br>
              <a:rPr lang="en-US" sz="1200" b="1"/>
            </a:br>
            <a:r>
              <a:rPr lang="en-US" sz="1200" b="1"/>
              <a:t>implementasi</a:t>
            </a:r>
            <a:endParaRPr lang="id-ID" sz="1200" b="1"/>
          </a:p>
        </p:txBody>
      </p:sp>
      <p:sp>
        <p:nvSpPr>
          <p:cNvPr id="25" name="perbaiki implementasi">
            <a:extLst>
              <a:ext uri="{FF2B5EF4-FFF2-40B4-BE49-F238E27FC236}">
                <a16:creationId xmlns:a16="http://schemas.microsoft.com/office/drawing/2014/main" id="{693F8483-DA04-4D5F-68D9-1D21D9981203}"/>
              </a:ext>
            </a:extLst>
          </p:cNvPr>
          <p:cNvSpPr txBox="1"/>
          <p:nvPr/>
        </p:nvSpPr>
        <p:spPr>
          <a:xfrm rot="17940000">
            <a:off x="2286448" y="1085158"/>
            <a:ext cx="4608842" cy="4716256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857964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/>
              <a:t>Perbaiki implementasi program</a:t>
            </a:r>
            <a:endParaRPr lang="id-ID" sz="1050"/>
          </a:p>
        </p:txBody>
      </p:sp>
      <p:sp>
        <p:nvSpPr>
          <p:cNvPr id="26" name="identifikasi isu baru">
            <a:extLst>
              <a:ext uri="{FF2B5EF4-FFF2-40B4-BE49-F238E27FC236}">
                <a16:creationId xmlns:a16="http://schemas.microsoft.com/office/drawing/2014/main" id="{3AC39001-6217-9687-0023-90E896BF700D}"/>
              </a:ext>
            </a:extLst>
          </p:cNvPr>
          <p:cNvSpPr txBox="1"/>
          <p:nvPr/>
        </p:nvSpPr>
        <p:spPr>
          <a:xfrm rot="1500000">
            <a:off x="2324016" y="1109314"/>
            <a:ext cx="4533708" cy="463937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857964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/>
              <a:t>Identifikasi Isu baru</a:t>
            </a:r>
            <a:endParaRPr lang="id-ID" sz="1050"/>
          </a:p>
        </p:txBody>
      </p:sp>
      <p:sp>
        <p:nvSpPr>
          <p:cNvPr id="27" name="revisi tujuan dan prioritas">
            <a:extLst>
              <a:ext uri="{FF2B5EF4-FFF2-40B4-BE49-F238E27FC236}">
                <a16:creationId xmlns:a16="http://schemas.microsoft.com/office/drawing/2014/main" id="{6288DD51-2D6D-9942-0483-D04C6623A08A}"/>
              </a:ext>
            </a:extLst>
          </p:cNvPr>
          <p:cNvSpPr txBox="1"/>
          <p:nvPr/>
        </p:nvSpPr>
        <p:spPr>
          <a:xfrm rot="3884398">
            <a:off x="2522974" y="1331887"/>
            <a:ext cx="4126624" cy="4222798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857964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/>
              <a:t>Revisi tujuan</a:t>
            </a:r>
            <a:br>
              <a:rPr lang="en-US" sz="1050"/>
            </a:br>
            <a:r>
              <a:rPr lang="en-US" sz="1050"/>
              <a:t>dan prioritas</a:t>
            </a:r>
            <a:endParaRPr lang="id-ID" sz="1050"/>
          </a:p>
        </p:txBody>
      </p:sp>
      <p:sp>
        <p:nvSpPr>
          <p:cNvPr id="28" name="mengumpulkan data baru">
            <a:extLst>
              <a:ext uri="{FF2B5EF4-FFF2-40B4-BE49-F238E27FC236}">
                <a16:creationId xmlns:a16="http://schemas.microsoft.com/office/drawing/2014/main" id="{64B1A270-BC5E-CAB3-B639-D04AB73ACEE7}"/>
              </a:ext>
            </a:extLst>
          </p:cNvPr>
          <p:cNvSpPr txBox="1"/>
          <p:nvPr/>
        </p:nvSpPr>
        <p:spPr>
          <a:xfrm rot="16500000">
            <a:off x="2404748" y="1233338"/>
            <a:ext cx="4363078" cy="4412388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6305304"/>
              </a:avLst>
            </a:prstTxWarp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1000"/>
              <a:t>Mengumpulkan data</a:t>
            </a:r>
            <a:br>
              <a:rPr lang="en-US" sz="1000"/>
            </a:br>
            <a:r>
              <a:rPr lang="en-US" sz="1000"/>
              <a:t>baru</a:t>
            </a:r>
            <a:endParaRPr lang="id-ID" sz="1000"/>
          </a:p>
        </p:txBody>
      </p:sp>
      <p:sp>
        <p:nvSpPr>
          <p:cNvPr id="30" name="ubah rencana">
            <a:extLst>
              <a:ext uri="{FF2B5EF4-FFF2-40B4-BE49-F238E27FC236}">
                <a16:creationId xmlns:a16="http://schemas.microsoft.com/office/drawing/2014/main" id="{D1449138-D097-0B34-FB2F-74BDC6799B60}"/>
              </a:ext>
            </a:extLst>
          </p:cNvPr>
          <p:cNvSpPr txBox="1"/>
          <p:nvPr/>
        </p:nvSpPr>
        <p:spPr>
          <a:xfrm rot="19380000">
            <a:off x="2404749" y="1233338"/>
            <a:ext cx="4363078" cy="4412388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6305304"/>
              </a:avLst>
            </a:prstTxWarp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1000"/>
              <a:t>Mengubah</a:t>
            </a:r>
            <a:br>
              <a:rPr lang="en-US" sz="1000"/>
            </a:br>
            <a:r>
              <a:rPr lang="en-US" sz="1000"/>
              <a:t>rencana</a:t>
            </a:r>
            <a:endParaRPr lang="id-ID" sz="1000"/>
          </a:p>
        </p:txBody>
      </p:sp>
      <p:sp>
        <p:nvSpPr>
          <p:cNvPr id="31" name="ubah program">
            <a:extLst>
              <a:ext uri="{FF2B5EF4-FFF2-40B4-BE49-F238E27FC236}">
                <a16:creationId xmlns:a16="http://schemas.microsoft.com/office/drawing/2014/main" id="{D3A5685D-1010-1C46-8927-71AC5CF8541A}"/>
              </a:ext>
            </a:extLst>
          </p:cNvPr>
          <p:cNvSpPr txBox="1"/>
          <p:nvPr/>
        </p:nvSpPr>
        <p:spPr>
          <a:xfrm rot="21600000">
            <a:off x="2404749" y="1233338"/>
            <a:ext cx="4363078" cy="4412388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6305304"/>
              </a:avLst>
            </a:prstTxWarp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1000"/>
              <a:t>Mengubah</a:t>
            </a:r>
            <a:br>
              <a:rPr lang="en-US" sz="1000"/>
            </a:br>
            <a:r>
              <a:rPr lang="en-US" sz="1000"/>
              <a:t>program</a:t>
            </a:r>
            <a:endParaRPr lang="id-ID" sz="1000"/>
          </a:p>
        </p:txBody>
      </p:sp>
      <p:sp>
        <p:nvSpPr>
          <p:cNvPr id="32" name="evaluasi lagi rencana &amp; prog">
            <a:extLst>
              <a:ext uri="{FF2B5EF4-FFF2-40B4-BE49-F238E27FC236}">
                <a16:creationId xmlns:a16="http://schemas.microsoft.com/office/drawing/2014/main" id="{4FBD0B77-5AC3-89DC-A7AA-EC57E7347F92}"/>
              </a:ext>
            </a:extLst>
          </p:cNvPr>
          <p:cNvSpPr txBox="1"/>
          <p:nvPr/>
        </p:nvSpPr>
        <p:spPr>
          <a:xfrm rot="23880000">
            <a:off x="2404749" y="1233338"/>
            <a:ext cx="4363078" cy="4412388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6305304"/>
              </a:avLst>
            </a:prstTxWarp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1000"/>
              <a:t>Evaluasi Kembali</a:t>
            </a:r>
            <a:br>
              <a:rPr lang="en-US" sz="1000"/>
            </a:br>
            <a:r>
              <a:rPr lang="en-US" sz="1000"/>
              <a:t>rencana &amp; program</a:t>
            </a:r>
            <a:endParaRPr lang="id-ID" sz="1000"/>
          </a:p>
        </p:txBody>
      </p:sp>
      <p:sp>
        <p:nvSpPr>
          <p:cNvPr id="33" name="ubah implementasi">
            <a:extLst>
              <a:ext uri="{FF2B5EF4-FFF2-40B4-BE49-F238E27FC236}">
                <a16:creationId xmlns:a16="http://schemas.microsoft.com/office/drawing/2014/main" id="{0E749084-F3AA-AC30-F435-3660C8428F7C}"/>
              </a:ext>
            </a:extLst>
          </p:cNvPr>
          <p:cNvSpPr txBox="1"/>
          <p:nvPr/>
        </p:nvSpPr>
        <p:spPr>
          <a:xfrm rot="18960000">
            <a:off x="2948888" y="1763036"/>
            <a:ext cx="3283962" cy="336050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5857964"/>
              </a:avLst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 b="1"/>
              <a:t>6. Evaluasi dampak dari</a:t>
            </a:r>
            <a:br>
              <a:rPr lang="en-US" sz="1050" b="1"/>
            </a:br>
            <a:r>
              <a:rPr lang="en-US" sz="1050" b="1"/>
              <a:t>rencana dan program</a:t>
            </a:r>
            <a:endParaRPr lang="id-ID" sz="105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C20F703-55A3-DA66-1989-5FDF155ADCAA}"/>
                  </a:ext>
                </a:extLst>
              </p14:cNvPr>
              <p14:cNvContentPartPr/>
              <p14:nvPr/>
            </p14:nvContentPartPr>
            <p14:xfrm>
              <a:off x="3195641" y="4293184"/>
              <a:ext cx="36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C20F703-55A3-DA66-1989-5FDF155ADC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7641" y="427554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03A4513-BC10-25DD-45C5-72CF04E6A04D}"/>
                  </a:ext>
                </a:extLst>
              </p14:cNvPr>
              <p14:cNvContentPartPr/>
              <p14:nvPr/>
            </p14:nvContentPartPr>
            <p14:xfrm rot="702063">
              <a:off x="3114179" y="4454495"/>
              <a:ext cx="72564" cy="90298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03A4513-BC10-25DD-45C5-72CF04E6A0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702063">
                <a:off x="3096218" y="4436507"/>
                <a:ext cx="108128" cy="125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A7228F1-BC75-DDFE-943C-C4D33B4F56C8}"/>
                  </a:ext>
                </a:extLst>
              </p14:cNvPr>
              <p14:cNvContentPartPr/>
              <p14:nvPr/>
            </p14:nvContentPartPr>
            <p14:xfrm>
              <a:off x="3069281" y="4431424"/>
              <a:ext cx="110520" cy="997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A7228F1-BC75-DDFE-943C-C4D33B4F56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51281" y="4413424"/>
                <a:ext cx="146160" cy="13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AD6A5579-7084-00FE-18B1-D38EA6CFA486}"/>
              </a:ext>
            </a:extLst>
          </p:cNvPr>
          <p:cNvGrpSpPr/>
          <p:nvPr/>
        </p:nvGrpSpPr>
        <p:grpSpPr>
          <a:xfrm>
            <a:off x="3002681" y="4428904"/>
            <a:ext cx="176400" cy="168480"/>
            <a:chOff x="3002681" y="4428904"/>
            <a:chExt cx="17640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CF3CF4-9839-9C8B-0359-1B717A8882C2}"/>
                    </a:ext>
                  </a:extLst>
                </p14:cNvPr>
                <p14:cNvContentPartPr/>
                <p14:nvPr/>
              </p14:nvContentPartPr>
              <p14:xfrm>
                <a:off x="3002681" y="4504864"/>
                <a:ext cx="95400" cy="92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CF3CF4-9839-9C8B-0359-1B717A8882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84681" y="4486864"/>
                  <a:ext cx="131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88BA61-2EA6-BB52-5D26-8391B30DA051}"/>
                    </a:ext>
                  </a:extLst>
                </p14:cNvPr>
                <p14:cNvContentPartPr/>
                <p14:nvPr/>
              </p14:nvContentPartPr>
              <p14:xfrm>
                <a:off x="3043001" y="4493344"/>
                <a:ext cx="36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88BA61-2EA6-BB52-5D26-8391B30DA05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25361" y="44753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648DF28-0E2D-7461-F62B-598D61405D19}"/>
                    </a:ext>
                  </a:extLst>
                </p14:cNvPr>
                <p14:cNvContentPartPr/>
                <p14:nvPr/>
              </p14:nvContentPartPr>
              <p14:xfrm>
                <a:off x="3090881" y="4428904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648DF28-0E2D-7461-F62B-598D61405D1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72881" y="441126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D03C564-5CA5-C630-3B46-1D65A4DC82C5}"/>
                    </a:ext>
                  </a:extLst>
                </p14:cNvPr>
                <p14:cNvContentPartPr/>
                <p14:nvPr/>
              </p14:nvContentPartPr>
              <p14:xfrm>
                <a:off x="3090881" y="4428904"/>
                <a:ext cx="3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D03C564-5CA5-C630-3B46-1D65A4DC82C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72881" y="441126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B889EEF-41EE-358E-1188-D3083E78DC97}"/>
                    </a:ext>
                  </a:extLst>
                </p14:cNvPr>
                <p14:cNvContentPartPr/>
                <p14:nvPr/>
              </p14:nvContentPartPr>
              <p14:xfrm>
                <a:off x="3124001" y="4445824"/>
                <a:ext cx="12960" cy="9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B889EEF-41EE-358E-1188-D3083E78DC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06361" y="4427824"/>
                  <a:ext cx="48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A02210B-7533-A906-8332-7841107F1828}"/>
                    </a:ext>
                  </a:extLst>
                </p14:cNvPr>
                <p14:cNvContentPartPr/>
                <p14:nvPr/>
              </p14:nvContentPartPr>
              <p14:xfrm>
                <a:off x="3100241" y="4464544"/>
                <a:ext cx="78840" cy="103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A02210B-7533-A906-8332-7841107F18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82241" y="4446904"/>
                  <a:ext cx="114480" cy="1389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89EC510B-D97C-6187-B092-5ED21C6FD44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06" t="16924" r="53243" b="79424"/>
          <a:stretch>
            <a:fillRect/>
          </a:stretch>
        </p:blipFill>
        <p:spPr>
          <a:xfrm rot="10800000">
            <a:off x="4143376" y="1519237"/>
            <a:ext cx="221456" cy="21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1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</TotalTime>
  <Words>96</Words>
  <Application>Microsoft Office PowerPoint</Application>
  <PresentationFormat>On-screen Show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Abdul Mubdi Bindar</dc:creator>
  <cp:lastModifiedBy>Muhammad Abdul Mubdi Bindar</cp:lastModifiedBy>
  <cp:revision>3</cp:revision>
  <dcterms:created xsi:type="dcterms:W3CDTF">2026-06-20T23:04:02Z</dcterms:created>
  <dcterms:modified xsi:type="dcterms:W3CDTF">2026-06-21T03:29:53Z</dcterms:modified>
</cp:coreProperties>
</file>